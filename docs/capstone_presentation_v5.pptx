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/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script (matches the running app exactly):</a:t>
            </a:r>
          </a:p>
          <a:p/>
          <a:p>
            <a:r>
              <a:t>1. Type into Scene 1: 'current bottle is heavy and leaks in my gym bag'.</a:t>
            </a:r>
          </a:p>
          <a:p>
            <a:r>
              <a:t>   Observe: category auto-classified as water_bottle. The route also infers leak_proof_preferred=True from the word 'leaks'.</a:t>
            </a:r>
          </a:p>
          <a:p/>
          <a:p>
            <a:r>
              <a:t>2. Scene 2: pick three chips — Water Bottle / Gym / Large capacity. Skip the others. Hit 'See recommendations'.</a:t>
            </a:r>
          </a:p>
          <a:p/>
          <a:p>
            <a:r>
              <a:t>3. Scene 3: three differentiated picks render in a row.</a:t>
            </a:r>
          </a:p>
          <a:p>
            <a:r>
              <a:t>   - BEST FIT: Owala 24oz FreeSip — rules [gym_suitable, large_capacity_pref, leak_proof_match]. The Large-capacity preference is honoured (≥24oz) and leak-resistance is matched.</a:t>
            </a:r>
          </a:p>
          <a:p>
            <a:r>
              <a:t>   - BUDGET PICK: Zak Designs 19oz — labels [Cheapest, Most portable]. Honestly shows ✗ Large capacity (19oz) in its checklist.</a:t>
            </a:r>
          </a:p>
          <a:p>
            <a:r>
              <a:t>   - LARGE CAPACITY PICK: Owala 32oz FreeSip — labels [Most capacity, Most leakproof].</a:t>
            </a:r>
          </a:p>
          <a:p/>
          <a:p>
            <a:r>
              <a:t>4. Click 'See why' on Best Fit. Stage 4 quotes the user's frustration, lists the rule-grounded reasons, and shows the ✓/✗/? checklist of every preference.</a:t>
            </a:r>
          </a:p>
          <a:p/>
          <a:p>
            <a:r>
              <a:t>5. Refine: type 'larger'. The diff card shows size_preference None -&gt; large; Best Fit flips to 32oz. Demonstrates preference continuity.</a:t>
            </a:r>
          </a:p>
          <a:p/>
          <a:p>
            <a:r>
              <a:t>6. Click compare on 2-3 picks; the side-by-side overlay highlights the row-winner (lowest price, largest capacity, etc.) per attribute.</a:t>
            </a:r>
          </a:p>
          <a:p/>
          <a:p>
            <a:r>
              <a:t>7. Continue to Lifecycle (prototype). Phone reminders / gym-bag checklist / replacement parts — honest about what the bottle can/cannot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08  ·  RESULTS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&amp; Scenario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5669280" cy="43891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Capability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Capability gaps (self-evaluation)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151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7 of 7 gaps addressed in our walkthroughs;
no surveyed platform addressed more than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Decision-critical attributes inline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95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Screen size, ecosystem, camera, capacity,
material — surfaced on every pick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End-to-end in five scenes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439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Need → clarify → 3 picks → why-this-fits →
lifecycle. Zero external page navigation.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Trade-offs visible, not hidden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58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Every pick shows a ✓/✗/? checklist mapping
your chips to match status — no surprises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64208"/>
            <a:ext cx="5394960" cy="43891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Demo — Water-Bottle 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402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①  Need Discovery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“Current bottle is heavy and leaks
in my gym bag.”  → water_bottle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②  Clarification (3 chips)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Gym · Large capacity · (leak inferred
from 'leaks' in the input)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③  3 Curated Picks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69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Best Fit  Owala 24oz FreeSip
rules: gym_suitable · large_capacity_pref · leak_proof_match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④  Picks — labels + checklist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463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Budget Pick: Zak 19oz [Cheapest · Most portable]
Stretch: Owala 32oz [Most capacity · Most leakproof]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3492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⑤  Refine +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‘larger’ → flips Best Fit to 32oz · diff card shown
Select 3, compare side-by-side with row-winners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99632"/>
            <a:ext cx="10469880" cy="384048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236208"/>
            <a:ext cx="10469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Self-evaluation + small-scale user testing (family · friends · classmates)  ·  formal study is future work (see Slide 11)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Small-scale user testing —
    family, friends, classmates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