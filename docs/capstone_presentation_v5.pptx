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4.7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/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/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/>
          <a:p>
            <a:r>
              <a:t>AI tooling across the build (disclosed honestly):</a:t>
            </a:r>
          </a:p>
          <a:p>
            <a:r>
              <a:t>- Runtime model:  Claude Opus 4.7 (anthropic SDK).</a:t>
            </a:r>
          </a:p>
          <a:p>
            <a:r>
              <a:t>- Pair-programming:  Claude Code agent on Opus 4.7 across the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 — three independent lenses:</a:t>
            </a:r>
          </a:p>
          <a:p/>
          <a:p>
            <a:r>
              <a:t>1. Multi-agent debate. Claude Code (Opus 4.7) ran brainstorming, implementation, tests, and iterations across the 12-week build. Codex GPT-5.5 was given the role of independent technical validator and listed every demo-safety risk it could find. Findings either got fixed in code or got dismissed with a written reason.</a:t>
            </a:r>
          </a:p>
          <a:p/>
          <a:p>
            <a:r>
              <a:t>2. Small-scale user testing. Family, friends, and classmates ran the demo end-to-end. Their feedback consistently confirmed that three things made the decision process easier to follow: structured recommendations (3 picks instead of a long grid), visible preference continuity (the diff card on each refine), and the side-by-side comparison view.</a:t>
            </a:r>
          </a:p>
          <a:p/>
          <a:p>
            <a:r>
              <a:t>3. Industry mentor input. A Senior Analytics Manager / Senior Business Intelligence Engineer / Data Scientist / Data Engineer with 13 years at Amazon gave feedback on data discipline (provenance flagging, scraped vs estimated values) and on the decision-support framing (treating shopping as a multi-criteria decision problem).</a:t>
            </a:r>
          </a:p>
          <a:p/>
          <a:p>
            <a:r>
              <a:t>Live demo script (matches the running app exactly):</a:t>
            </a:r>
          </a:p>
          <a:p/>
          <a:p>
            <a:r>
              <a:t>1. Type into Scene 1: 'current bottle is heavy and leaks in my gym bag'.</a:t>
            </a:r>
          </a:p>
          <a:p>
            <a:r>
              <a:t>   Observe: category auto-classified as water_bottle. The route also infers leak_proof_preferred=True from the word 'leaks'.</a:t>
            </a:r>
          </a:p>
          <a:p/>
          <a:p>
            <a:r>
              <a:t>2. Scene 2: pick three chips — Water Bottle / Gym / Large capacity. Skip the others. Hit 'See recommendations'.</a:t>
            </a:r>
          </a:p>
          <a:p/>
          <a:p>
            <a:r>
              <a:t>3. Scene 3: three differentiated picks render in a row.</a:t>
            </a:r>
          </a:p>
          <a:p>
            <a:r>
              <a:t>   - BEST FIT: Owala 24oz FreeSip — rules [gym_suitable, large_capacity_pref, leak_proof_match]. The Large-capacity preference is honoured (≥24oz) and leak-resistance is matched.</a:t>
            </a:r>
          </a:p>
          <a:p>
            <a:r>
              <a:t>   - BUDGET PICK: Zak Designs 19oz — labels [Cheapest, Most portable]. Honestly shows ✗ Large capacity (19oz) in its checklist.</a:t>
            </a:r>
          </a:p>
          <a:p>
            <a:r>
              <a:t>   - LARGE CAPACITY PICK: Owala 32oz FreeSip — labels [Most capacity, Most leakproof].</a:t>
            </a:r>
          </a:p>
          <a:p/>
          <a:p>
            <a:r>
              <a:t>4. Click 'See why' on Best Fit. Stage 4 quotes the user's frustration, lists the rule-grounded reasons, and shows the ✓/✗/? checklist of every preference.</a:t>
            </a:r>
          </a:p>
          <a:p/>
          <a:p>
            <a:r>
              <a:t>5. Refine: type 'larger'. The diff card shows size_preference None -&gt; large; Best Fit flips to 32oz. Demonstrates preference continuity.</a:t>
            </a:r>
          </a:p>
          <a:p/>
          <a:p>
            <a:r>
              <a:t>6. Click compare on 2-3 picks; the side-by-side overlay highlights the row-winner (lowest price, largest capacity, etc.) per attribute.</a:t>
            </a:r>
          </a:p>
          <a:p/>
          <a:p>
            <a:r>
              <a:t>7. Continue to Lifecycle (prototype). Phone reminders / gym-bag checklist / replacement parts — honest about what the bottle can/cannot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03  ·  COMPETITIVE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Capability Comparison Across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91056"/>
            <a:ext cx="2898648" cy="5303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Google
Shopping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Amazon
Rufus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ChatGPT
Shopping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Perplexity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591056"/>
            <a:ext cx="161848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664208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Our
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5798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9514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Elicitation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2157984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224942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8833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82549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Decision 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756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2668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688336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277977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218688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55848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Explainable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060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6364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8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3218688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3310128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749040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886200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Delivery / Promo Info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68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2668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3749040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3840480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279392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416552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Continuity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3756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0060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80060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668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2668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9720" y="4279392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9720" y="4370832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480974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94690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Side-by-Side Comparison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3756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0060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0060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6364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2668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2668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89720" y="4809744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9720" y="490118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34009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47725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Lifecycle Support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3756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3756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80060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6364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2668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2668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89720" y="5340096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9720" y="543153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6080760"/>
            <a:ext cx="11338560" cy="3931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611733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  In our self-evaluation against these platforms, our system addresses all seven gaps.  Here is how we built it.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Claude Opus 4.7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Claude Opus 4.7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AI tooling:  Runtime  Claude Opus 4.7   ·   Build  Claude Code (Opus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08  ·  RESULTS &amp;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Capability Validation &amp; Scenario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5669280" cy="43891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Capability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Multi-agent debate  ·  Claude Code Opus 4.7  ↔  Codex GPT-5.5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5973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Claude Code: brainstorm · implementation · tests · iterations.
Codex GPT-5.5: independent evaluation + validation review.
Each finding either got fixed in code or dismissed in writing.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747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Small-scale user testing  ·  family · friends · classmates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8561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Confirmed that structured recommendations, preference
continuity, and side-by-side compare made the decision
process easier to follow.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006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Industry mentor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1114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Senior Analytics Manager · Sr. BI Engineer · Data Scientist · Data
Engineer (Amazon, 13 years) — input on data discipline and
decision-support framing.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664208"/>
            <a:ext cx="5394960" cy="43891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Demo — Water-Bottle Scenario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02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①  Need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514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“Current bottle is heavy and leaks
in my gym bag.”  → water_bottle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②  Clarification (3 chips)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Gym · Large capacity · (leak inferred
from 'leaks' in the input)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③  3 Curated Picks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0690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Best Fit  Owala 24oz FreeSip
rules: gym_suitable · large_capacity_pref · leak_proof_match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5720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④  Picks — labels + checklist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8463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Budget Pick: Zak 19oz [Cheapest · Most portable]
Stretch: Owala 32oz [Most capacity · Most leakproof]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3492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⑤  Refine + 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‘larger’ → flips Best Fit to 32oz · diff card shown
Select 3, compare side-by-side with row-winners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199632"/>
            <a:ext cx="10469880" cy="384048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236208"/>
            <a:ext cx="10469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Self-evaluation + small-scale user testing (family · friends · classmates)  ·  formal study is future work (see Slide 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Small-scale user testing —
    family, friends, classmates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AI tools disclosed:
    Claude Opus 4.7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20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React · FastAPI · Claude Opus 4.7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Claude Code (Opus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