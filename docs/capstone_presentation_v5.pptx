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4.6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sites: parse free-text input, write personal copy, parse refine intent. All three have deterministic fallbacks (regex classifier, rule-&gt;text dictionary, regex parser) so the demo runs without an API key. Ranking is never an LLM call.</a:t>
            </a:r>
          </a:p>
          <a:p/>
          <a:p>
            <a:r>
              <a:t>Frontend: five scenes implemented in React + Vite. Compare overlay lets the user pick 2-3 finalists; save-for-later persists per session; diff history records every refine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script (matches the running app exactly):</a:t>
            </a:r>
          </a:p>
          <a:p/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/>
          <a:p>
            <a:r>
              <a:t>2. Scene 2: pick three chips — Water Bottle / Gym / Large capacity. Skip the others. Hit 'See recommendations'.</a:t>
            </a:r>
          </a:p>
          <a:p/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/>
          <a:p>
            <a:r>
              <a:t>4. Click 'See why' on Best Fit. Stage 4 quotes the user's frustration, lists the rule-grounded reasons, and shows the ✓/✗/? checklist of every preference.</a:t>
            </a:r>
          </a:p>
          <a:p/>
          <a:p>
            <a:r>
              <a:t>5. Refine: type 'larger'. The diff card shows size_preference None -&gt; large; Best Fit flips to 32oz. Demonstrates preference continuity.</a:t>
            </a:r>
          </a:p>
          <a:p/>
          <a:p>
            <a:r>
              <a:t>6. Click compare on 2-3 picks; the side-by-side overlay highlights the row-winner (lowest price, largest capacity, etc.) per attribute.</a:t>
            </a:r>
          </a:p>
          <a:p/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4.6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4.6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Capability gaps (self-evaluation)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151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7 of 7 gaps addressed in our walkthroughs;
no surveyed platform addressed more than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Decision-critical attributes 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Screen size, ecosystem, camera, capacity,
material — surfaced on every pick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End-to-end in five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Need → clarify → 3 picks → why-this-fits →
lifecycle. Zero external page navigation.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Trade-offs visible, not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58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Every pick shows a ✓/✗/? checklist mapping
your chips to match status — no surprises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Heuristic self-assessment against the seven capability gaps in our evaluation  ·  formal user study is future work (see Slide 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No formal user study —
    heuristic evaluation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Same pattern works across
    all 3 demo 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520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17880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178808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83717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837176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49554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Stack: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495544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4.6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